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Launch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6F0"/>
                </a:solidFill>
              </a:rPr>
              <a:t>October review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Milestones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Beta in November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GA in January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0" y="3200400"/>
            <a:ext cx="2286000" cy="1097280"/>
          </a:xfrm>
          <a:prstGeom prst="rect">
            <a:avLst/>
          </a:prstGeom>
          <a:solidFill>
            <a:srgbClr val="12A37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2026-10-16T07:57:39Z</dcterms:created>
  <dcterms:modified xsi:type="dcterms:W3CDTF">2026-10-16T07:57:39Z</dcterms:modified>
</cp:coreProperties>
</file>